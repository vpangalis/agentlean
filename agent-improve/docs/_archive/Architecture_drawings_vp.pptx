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2D14-0DA1-8D1E-DC05-3D545CB2C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E94FA-B89F-AF93-7D51-811DE94C8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001DD-0A14-6C7D-9839-3F9B0E42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4F921-1C8C-BE1D-1269-79D1A9AA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2FA55-F92E-A8E4-56C8-B0D60F50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684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37DB-DC90-A3A3-EE36-07A97472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2C23-4FDD-0E2D-2810-EE4CA8EF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D3CB-7E3C-BA27-BBA4-91EF393F6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ACCFA-796A-DC09-88CC-36775F3D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CBB9-68A5-4096-B2AD-8AC0BF99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618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D80D-6F1A-04B8-1114-1E1EF21E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C0716-9639-BBAA-BB01-2F3AAC66F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B39E1-7F00-2AEC-2929-4C39442B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A64D-B0D3-386E-CC7B-B40C039B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350B-B126-742C-893E-D49FDFBF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5461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3BB0-012A-9F91-4E6F-D184EA35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E71D-06FE-3186-2F0C-F4750A37A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0BD0E-3775-21EA-58C3-699D75B50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8A679-4FC0-3565-8FCC-34BCE9B6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54C08-DD5C-F6BD-CF36-99FF88B1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9D8F9-B33E-B0FA-7EA2-5A93F327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1167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A6FD-0D20-B29A-6FFE-DF93965E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129CC-D506-F65D-53F6-C826B918B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E053F-E700-3900-A0A8-9FA16371B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838FF-125A-0DB4-F34B-D4A74BF80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BF743-2500-C387-9ABA-25A005206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A4672-C686-B95D-682D-9E3DEAB4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45CBE-B86A-7AF0-5A68-00BB7D2B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98692-73BA-1B1A-0EF7-429AF891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192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FC2C-CA38-A517-F081-8A099113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134E5-C30E-7D11-C8D3-AB506676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4C0EA-0972-1D18-0881-A15DA89D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B36FF-4AAD-1C6F-397E-18FB911D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0872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00AAA-D33A-FD65-A8C9-BC77AE71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8F675-7920-7296-85F6-9FF3BA1A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6FE60-13B9-6BB3-97FA-DEDF733A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1200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141C-31D9-E374-8B1A-F9360090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F1FF9-FBB6-212C-F97D-77B858A2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27799-0FBB-E030-7842-B8CBE6214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4F545-D256-E504-D5C8-C30CF142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C6B9F-66B6-13DF-5765-F0BA90B5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4E49-879C-3EA8-8BB0-9E45F1C3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320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5842-6955-A01A-A005-C31B9E149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829CC-192C-AF92-887F-441CCBD37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703FD-3D63-3F7A-49CF-AD1F10732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F9F40-070D-C922-B8B6-0A981346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B3915-4D5F-4FE5-8B87-B2C4EC0E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33515-F615-3CD7-9B78-47B0EB08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5050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F6F0-A3CB-9395-2B33-1CFB2B4C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2183E-6CC7-99FC-AA94-3C5F30CD8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4A5B-CDAE-0933-E8CC-4A45BA0F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20B3-7152-24D6-9CDC-2C48843E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4C332-9CC1-1071-14C8-1CAF4E1B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740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43E87-3535-1F72-A5A4-31CE2E56F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7C942-629F-7C3B-9875-8616FFCA8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F8D19-3E66-2D60-4CDD-9E6E8BBE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5C3B-7A6C-ADC9-9A5A-37231912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4CC7F-A2CD-A72B-4014-A8F113C5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2988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3E47A-2A8C-1270-FFDC-2133F234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F32E0-26A4-55ED-CE4E-37CD88F7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281C-4AFF-4E58-6FA3-BE5157E7D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D05EE-3BB7-4FE1-96D6-14420B4D1005}" type="datetimeFigureOut">
              <a:rPr lang="el-GR" smtClean="0"/>
              <a:t>3/8/2026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60495-CFE5-C74E-E00C-A507FBE68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13BE-4C62-4004-382A-63D551B72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24C68-4926-48AA-85EA-B60D419003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344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8D41-846A-A255-8C64-F5EBEB10A7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0EEF2-061D-613E-1E53-08AEF65F53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46344-ED5D-7978-C80A-6EC634D18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299601"/>
            <a:ext cx="7621064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8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36750-DA70-A82A-8700-C81F08A53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83" y="126460"/>
            <a:ext cx="4842310" cy="4464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07D309-DAA8-21D8-DE21-3D2110E1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490" y="4564945"/>
            <a:ext cx="3048256" cy="682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87D96D-2DA0-D151-7CAE-6EA9E8DAD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277" y="127240"/>
            <a:ext cx="5939507" cy="598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7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DDB5F2-1AB5-9AF5-A218-F6CA5CDF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709233"/>
            <a:ext cx="7887801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42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Vassilis Pangalis</dc:creator>
  <cp:lastModifiedBy>Vassilis Pangalis</cp:lastModifiedBy>
  <cp:revision>1</cp:revision>
  <dcterms:created xsi:type="dcterms:W3CDTF">2026-08-03T06:52:50Z</dcterms:created>
  <dcterms:modified xsi:type="dcterms:W3CDTF">2026-08-03T08:23:37Z</dcterms:modified>
</cp:coreProperties>
</file>